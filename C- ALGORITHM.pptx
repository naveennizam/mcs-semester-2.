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2A62-913B-40E2-B361-985240A82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88138-73ED-4AC3-914A-6D8768CA2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03498-90C4-44EE-8BCC-D2D56115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B56B7-2C19-4022-B2FA-7CB30D2DA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ECFDB-1C0E-479A-A872-36FD8C12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7732-516A-4465-AB87-9A1DB1C2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0DD14-BCEF-45EE-824E-680BCBC7B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262EE-2B77-4FB7-BDCA-37B89590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C4930-63A6-472D-804A-E9D01E2DC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AE2B8-B0BE-4E8B-BBF4-EB2AF629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4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6EB95-223E-4B54-AF95-509CAB92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86159-60B6-429B-BABE-E66938631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EED11-11B5-417A-970E-8FEC3BA0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61870-6BE3-4805-A7B7-63C8B6175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EDE9B-8F27-4308-A830-ABBA2346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6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F0AB-9A80-48DC-95BE-4215CA1B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E82F2-884F-4B64-BD92-06BE2CEEB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ADB71-D263-43DD-BEA6-D9B4E9AAF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FE7C1-5A93-49CA-99F7-6F7D665E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8B2B5-3A75-442A-9B05-EB741C59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F20BF-7D7F-4157-8B5D-64B07F598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4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19CAC-F963-4FE5-8739-7479D35F8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78191-A035-4EA4-823D-F6C73E90B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266F4-3014-49A6-A2BD-803E6B093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7CA36-70EC-4A2E-93D9-8D06AB9C3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51C81-5F7C-4459-B417-7014928C7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CFBB51-91F3-4096-9159-9EC9F95FE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1F44EE-3030-4D06-8DB5-067106E70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91981-F165-4DC0-A104-CD09FA57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6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759E-403C-4A0B-9D66-B4F25C6E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36370-A61A-45B2-86FD-1F1E6B88F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538CF-283E-48A9-BD21-6ECBB7F2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27912-ACC7-40A5-BC8D-B5FF28BBC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92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DF5D3-F10F-4F6B-B57C-0D002204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D1C13-B588-4CE0-808D-23D60E9C1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88AC7-E3EB-425C-941E-636AE275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0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F5556-D28E-47D7-A8E7-FA63BCB1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D3566-08E5-43C6-8DA6-2BAC248F1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5E0E4-7473-4A52-BF53-FD1630883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04FAF-87EF-4D85-87ED-537ACF9D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DD780-7CAB-4D18-AFA9-0E9C0CE4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79C1A-B90B-417D-9795-A0B3FD6A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8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FBD1-512F-40D8-9A3A-04769FEE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A19588-2F2A-4C1E-9F09-A64AA3641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B5109-EEA8-4A43-AEBA-5BFDD02DB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E616F-F1C4-4D38-BB5D-512210F2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6C423-F676-47F3-AA28-17B6FDA9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2D4A8-4AFB-4C98-8A21-D894476C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0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D771-8749-4AB9-958B-7B6F5931B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1B31F-261F-4034-B9B2-BE9B695A2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D479E-5F36-4F3A-BA8E-F75792127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E6F91-CEA0-4A8F-9EA5-5BFB3F205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692AA-85B1-4B19-97D1-06B6D019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9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52702E-D092-481B-9B79-0BA7C00B7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E1F3DF-0182-449E-88DA-3B879ADBB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FAFDC-0ECD-445C-99E3-28FC4CE8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29269-C5C2-4BCF-913D-DF2BD7536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DAA26-0237-405C-883D-3C2632EB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77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CD99E-64C0-444D-B048-65A4F480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25B82-56F8-4D17-B80B-EB398B0DF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43F1C-8A69-4E73-9591-96A20AB25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C9C47-741C-4FCA-8C82-04A9D9A5708D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D359B-9B92-480D-85E2-D06252A0D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C8423-AC35-4A58-869B-9838C3812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0FDD6-0338-40A3-B1D7-5CC39CC71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20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3517-297A-43A3-A523-3E4BF0ABB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EFC2F-2222-4201-B6B1-9092E9D384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8685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3FA651-F052-4FC3-A052-BEF0E0842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62" y="513108"/>
            <a:ext cx="11256566" cy="54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52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5DEE44-380E-4A70-BCFB-8D796AD3AB3E}"/>
              </a:ext>
            </a:extLst>
          </p:cNvPr>
          <p:cNvSpPr txBox="1"/>
          <p:nvPr/>
        </p:nvSpPr>
        <p:spPr>
          <a:xfrm>
            <a:off x="530087" y="4547763"/>
            <a:ext cx="111318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,d       	                  {nonnegative integer}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:= a, q := 0    		  // initialize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(r≥ d)                              //{Repeatedly subtract d from r until a number less than d is obtained.                             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:= r - d q := q + 1	                  //Add 1 to q each time d is subtracted.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while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q, 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4DF5A-736B-480E-999C-51F29EB9B6DB}"/>
              </a:ext>
            </a:extLst>
          </p:cNvPr>
          <p:cNvSpPr txBox="1"/>
          <p:nvPr/>
        </p:nvSpPr>
        <p:spPr>
          <a:xfrm>
            <a:off x="1497495" y="402454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52E09F-BB3F-46C2-8401-BABE73C243B7}"/>
              </a:ext>
            </a:extLst>
          </p:cNvPr>
          <p:cNvSpPr txBox="1"/>
          <p:nvPr/>
        </p:nvSpPr>
        <p:spPr>
          <a:xfrm>
            <a:off x="291547" y="3116602"/>
            <a:ext cx="11131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{Given a nonnegative integer a and a positive integer d, the aim of the algorithm is to find integers q and r that satisfy the conditions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d · q + r and 0 ≤ r &lt; 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49D705-0958-4590-B32D-B6107D97C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347"/>
            <a:ext cx="11860696" cy="233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8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0D99E-11BF-4F69-BE53-32A37F46B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48" y="0"/>
            <a:ext cx="96608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789171-8A5B-4B8F-BD92-4955002B05B1}"/>
              </a:ext>
            </a:extLst>
          </p:cNvPr>
          <p:cNvSpPr txBox="1"/>
          <p:nvPr/>
        </p:nvSpPr>
        <p:spPr>
          <a:xfrm>
            <a:off x="291547" y="113366"/>
            <a:ext cx="116486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PRE-CONDITIONS AND POST-CONDITIONS: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an algorithm that is designed to produce a certain final state from a given state.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initial and final states can be expressed as involving the input and output variables.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the predicate describing the initial state is called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pre-condition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algorithm and the describing the final state is called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post-condition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algorithm.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C60B4-2088-4E2F-A20F-64FC175F7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817" y="2146621"/>
            <a:ext cx="6798366" cy="447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00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7B5A3E-1E3B-4CCA-BBDC-347D5CA75F88}"/>
              </a:ext>
            </a:extLst>
          </p:cNvPr>
          <p:cNvSpPr txBox="1"/>
          <p:nvPr/>
        </p:nvSpPr>
        <p:spPr>
          <a:xfrm>
            <a:off x="516835" y="391662"/>
            <a:ext cx="111318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INVARIANTS: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of loop invariants is used to prove correctness of a loop with respect to certain pre and post-conditions. It is based on the principle of mathematical induction.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[pre-condition for loop]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(G)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[Statements in body of loop].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while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[post-condition for loop]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D87F9-546E-4ADF-B113-7CE0BEDEA7B5}"/>
              </a:ext>
            </a:extLst>
          </p:cNvPr>
          <p:cNvSpPr txBox="1"/>
          <p:nvPr/>
        </p:nvSpPr>
        <p:spPr>
          <a:xfrm>
            <a:off x="622852" y="3808129"/>
            <a:ext cx="114101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loop is defined as correct with respect to its pre- and post-conditions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if, and only if, whenever the algorithm variables satisfy the pre-condition for the loop and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loop is executed, then the algorithm variables satisfy the post-condition of the loop. </a:t>
            </a:r>
          </a:p>
        </p:txBody>
      </p:sp>
    </p:spTree>
    <p:extLst>
      <p:ext uri="{BB962C8B-B14F-4D97-AF65-F5344CB8AC3E}">
        <p14:creationId xmlns:p14="http://schemas.microsoft.com/office/powerpoint/2010/main" val="2653669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1FDB1-F728-445E-ACF0-09956FA98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02" y="440531"/>
            <a:ext cx="11516595" cy="597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80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066ABA-359A-45C9-8EC1-25AB0D130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9" y="0"/>
            <a:ext cx="11171583" cy="682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7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155745-9530-4336-970B-A2917DED8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80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444933-8E0E-4917-8B8F-A29CE6D9B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91" y="3880834"/>
            <a:ext cx="9602857" cy="179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79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751DE-D588-4319-973F-111E9D63E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519"/>
            <a:ext cx="9872870" cy="1933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708984-2C10-4328-A5A3-82E9AAF8F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68" y="3504278"/>
            <a:ext cx="4134884" cy="3267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D1FD93-DF38-4BC4-A9E6-A25F7F828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489" y="3848910"/>
            <a:ext cx="4975404" cy="26560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7208E4-F040-4C1A-ABFA-F51C29504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81081"/>
            <a:ext cx="7838247" cy="110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57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293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</dc:title>
  <dc:creator>Saima Ashraf</dc:creator>
  <cp:lastModifiedBy>Saima Ashraf</cp:lastModifiedBy>
  <cp:revision>6</cp:revision>
  <dcterms:created xsi:type="dcterms:W3CDTF">2021-01-02T21:56:28Z</dcterms:created>
  <dcterms:modified xsi:type="dcterms:W3CDTF">2021-01-02T23:29:32Z</dcterms:modified>
</cp:coreProperties>
</file>