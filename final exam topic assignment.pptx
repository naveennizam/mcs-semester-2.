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D52-2303-4EFC-954B-6106C3DD4F23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E7359-DF17-4275-86FB-54423369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14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D52-2303-4EFC-954B-6106C3DD4F23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E7359-DF17-4275-86FB-54423369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D52-2303-4EFC-954B-6106C3DD4F23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E7359-DF17-4275-86FB-54423369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376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D52-2303-4EFC-954B-6106C3DD4F23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E7359-DF17-4275-86FB-54423369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76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D52-2303-4EFC-954B-6106C3DD4F23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E7359-DF17-4275-86FB-54423369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9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D52-2303-4EFC-954B-6106C3DD4F23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E7359-DF17-4275-86FB-54423369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4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D52-2303-4EFC-954B-6106C3DD4F23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E7359-DF17-4275-86FB-54423369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77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D52-2303-4EFC-954B-6106C3DD4F23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E7359-DF17-4275-86FB-54423369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69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D52-2303-4EFC-954B-6106C3DD4F23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E7359-DF17-4275-86FB-54423369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61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D52-2303-4EFC-954B-6106C3DD4F23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E7359-DF17-4275-86FB-54423369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43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D52-2303-4EFC-954B-6106C3DD4F23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E7359-DF17-4275-86FB-54423369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3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92D52-2303-4EFC-954B-6106C3DD4F23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E7359-DF17-4275-86FB-54423369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8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FINAL EXAM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824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0A95969F-E1E6-4B6F-9F78-FDB5AF7EE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3600" cy="3666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A514FF8-122D-4195-9FD5-9A094538A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792" y="2841941"/>
            <a:ext cx="4204253" cy="3519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D8A1EF4-BB11-43F3-8B94-E268E1F45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27617"/>
            <a:ext cx="165735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72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84509CE-5B83-4E3D-A67F-9835C2C3B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9" y="-1"/>
            <a:ext cx="7948079" cy="60164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C9BA7D5-45C9-4033-9940-958E2FECE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694716"/>
            <a:ext cx="3860842" cy="120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00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E81B039-7955-46D8-BB1C-BF5E20583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0" y="76201"/>
            <a:ext cx="5037362" cy="4389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B92417C-67F5-4431-9E2A-C92C84670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899" y="3978137"/>
            <a:ext cx="3998158" cy="246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43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33E9E90-B32C-49BC-B570-523337ED2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231835" cy="50358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01C10DB-C7AA-4EE3-9B69-A71AE1F3A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073" y="3509597"/>
            <a:ext cx="5316815" cy="334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202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80AD35C-5A57-47B1-A9B2-5AF80D4CCE52}"/>
              </a:ext>
            </a:extLst>
          </p:cNvPr>
          <p:cNvSpPr txBox="1"/>
          <p:nvPr/>
        </p:nvSpPr>
        <p:spPr>
          <a:xfrm>
            <a:off x="139147" y="257843"/>
            <a:ext cx="60429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BIPARTITE GRAPH: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bipartite graph G is a simple graph whose vertex set can be partitioned into two mutually disjoint non empty subsets A and B such that the vertices in A may be connected to vertices in B, 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no vertices in A are connected to vertices in A and no vertices in B are connected to vertices in B.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DA8E90-6049-4AE4-820F-E8CEC38F3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558" y="257844"/>
            <a:ext cx="2564295" cy="1451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1339EA77-854B-4BB4-B71F-457367E94ACE}"/>
              </a:ext>
            </a:extLst>
          </p:cNvPr>
          <p:cNvSpPr txBox="1"/>
          <p:nvPr/>
        </p:nvSpPr>
        <p:spPr>
          <a:xfrm>
            <a:off x="139147" y="3429000"/>
            <a:ext cx="60429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BIPARTITE GRAPH: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bipartite graph on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vertices denoted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Km,n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simple graph whose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 set can be partitioned into two mutually disjoint non empty subsets A and B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containing m and n vertices respectively, such that each vertex in set A is connected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(adjacent) to every vertex in set B, but the vertices within a set are not connected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C2A2921-2F40-48F0-A239-E5136EE21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300" y="3574775"/>
            <a:ext cx="2283517" cy="145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122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315CA-176D-4D28-BF86-A0912881A54E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3890" y="5515381"/>
            <a:ext cx="5886450" cy="1143000"/>
          </a:xfrm>
          <a:noFill/>
          <a:ln/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subgraph of 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77" name="Line 5"/>
          <p:cNvSpPr>
            <a:spLocks noChangeShapeType="1"/>
          </p:cNvSpPr>
          <p:nvPr/>
        </p:nvSpPr>
        <p:spPr bwMode="auto">
          <a:xfrm rot="20216826" flipH="1">
            <a:off x="5266136" y="3957640"/>
            <a:ext cx="29765" cy="1025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0" name="Oval 8"/>
          <p:cNvSpPr>
            <a:spLocks noChangeArrowheads="1"/>
          </p:cNvSpPr>
          <p:nvPr/>
        </p:nvSpPr>
        <p:spPr bwMode="auto">
          <a:xfrm>
            <a:off x="5812631" y="3124200"/>
            <a:ext cx="17145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 flipH="1">
            <a:off x="5526881" y="5105400"/>
            <a:ext cx="800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2" name="Oval 10"/>
          <p:cNvSpPr>
            <a:spLocks noChangeArrowheads="1"/>
          </p:cNvSpPr>
          <p:nvPr/>
        </p:nvSpPr>
        <p:spPr bwMode="auto">
          <a:xfrm>
            <a:off x="5069681" y="3886200"/>
            <a:ext cx="17145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5" name="Line 13"/>
          <p:cNvSpPr>
            <a:spLocks noChangeShapeType="1"/>
          </p:cNvSpPr>
          <p:nvPr/>
        </p:nvSpPr>
        <p:spPr bwMode="auto">
          <a:xfrm rot="1248377" flipH="1" flipV="1">
            <a:off x="6450806" y="4070350"/>
            <a:ext cx="38100" cy="965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6" name="Oval 14"/>
          <p:cNvSpPr>
            <a:spLocks noChangeArrowheads="1"/>
          </p:cNvSpPr>
          <p:nvPr/>
        </p:nvSpPr>
        <p:spPr bwMode="auto">
          <a:xfrm rot="1248377" flipV="1">
            <a:off x="6552011" y="3844925"/>
            <a:ext cx="191690" cy="27305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rot="10800000" wrap="none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7" name="Line 15"/>
          <p:cNvSpPr>
            <a:spLocks noChangeShapeType="1"/>
          </p:cNvSpPr>
          <p:nvPr/>
        </p:nvSpPr>
        <p:spPr bwMode="auto">
          <a:xfrm>
            <a:off x="5926931" y="3276600"/>
            <a:ext cx="6858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9" name="Text Box 17"/>
          <p:cNvSpPr txBox="1">
            <a:spLocks noChangeArrowheads="1"/>
          </p:cNvSpPr>
          <p:nvPr/>
        </p:nvSpPr>
        <p:spPr bwMode="auto">
          <a:xfrm>
            <a:off x="5657851" y="5486402"/>
            <a:ext cx="569387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93" name="Text Box 21"/>
          <p:cNvSpPr txBox="1">
            <a:spLocks noChangeArrowheads="1"/>
          </p:cNvSpPr>
          <p:nvPr/>
        </p:nvSpPr>
        <p:spPr bwMode="auto">
          <a:xfrm>
            <a:off x="2669382" y="4343402"/>
            <a:ext cx="58702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en-US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94" name="Oval 22"/>
          <p:cNvSpPr>
            <a:spLocks noChangeArrowheads="1"/>
          </p:cNvSpPr>
          <p:nvPr/>
        </p:nvSpPr>
        <p:spPr bwMode="auto">
          <a:xfrm>
            <a:off x="5355431" y="4953000"/>
            <a:ext cx="17145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95" name="Line 23"/>
          <p:cNvSpPr>
            <a:spLocks noChangeShapeType="1"/>
          </p:cNvSpPr>
          <p:nvPr/>
        </p:nvSpPr>
        <p:spPr bwMode="auto">
          <a:xfrm rot="-5400000">
            <a:off x="5174456" y="3209925"/>
            <a:ext cx="762000" cy="742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96" name="Oval 24"/>
          <p:cNvSpPr>
            <a:spLocks noChangeArrowheads="1"/>
          </p:cNvSpPr>
          <p:nvPr/>
        </p:nvSpPr>
        <p:spPr bwMode="auto">
          <a:xfrm>
            <a:off x="6269831" y="4953000"/>
            <a:ext cx="17145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97" name="Line 25"/>
          <p:cNvSpPr>
            <a:spLocks noChangeShapeType="1"/>
          </p:cNvSpPr>
          <p:nvPr/>
        </p:nvSpPr>
        <p:spPr bwMode="auto">
          <a:xfrm rot="-1383174">
            <a:off x="2313385" y="3016252"/>
            <a:ext cx="0" cy="904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98" name="Oval 26"/>
          <p:cNvSpPr>
            <a:spLocks noChangeArrowheads="1"/>
          </p:cNvSpPr>
          <p:nvPr/>
        </p:nvSpPr>
        <p:spPr bwMode="auto">
          <a:xfrm>
            <a:off x="2840831" y="2057400"/>
            <a:ext cx="17145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99" name="Line 27"/>
          <p:cNvSpPr>
            <a:spLocks noChangeShapeType="1"/>
          </p:cNvSpPr>
          <p:nvPr/>
        </p:nvSpPr>
        <p:spPr bwMode="auto">
          <a:xfrm flipH="1">
            <a:off x="2555081" y="4038600"/>
            <a:ext cx="800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00" name="Oval 28"/>
          <p:cNvSpPr>
            <a:spLocks noChangeArrowheads="1"/>
          </p:cNvSpPr>
          <p:nvPr/>
        </p:nvSpPr>
        <p:spPr bwMode="auto">
          <a:xfrm>
            <a:off x="2097881" y="2819400"/>
            <a:ext cx="17145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01" name="Line 29"/>
          <p:cNvSpPr>
            <a:spLocks noChangeShapeType="1"/>
          </p:cNvSpPr>
          <p:nvPr/>
        </p:nvSpPr>
        <p:spPr bwMode="auto">
          <a:xfrm rot="1248377" flipH="1" flipV="1">
            <a:off x="3479006" y="3003550"/>
            <a:ext cx="38100" cy="965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02" name="Oval 30"/>
          <p:cNvSpPr>
            <a:spLocks noChangeArrowheads="1"/>
          </p:cNvSpPr>
          <p:nvPr/>
        </p:nvSpPr>
        <p:spPr bwMode="auto">
          <a:xfrm rot="1248377" flipV="1">
            <a:off x="3580211" y="2778125"/>
            <a:ext cx="191690" cy="27305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rot="10800000" wrap="none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03" name="Line 31"/>
          <p:cNvSpPr>
            <a:spLocks noChangeShapeType="1"/>
          </p:cNvSpPr>
          <p:nvPr/>
        </p:nvSpPr>
        <p:spPr bwMode="auto">
          <a:xfrm>
            <a:off x="2955131" y="2209800"/>
            <a:ext cx="6858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04" name="Oval 32"/>
          <p:cNvSpPr>
            <a:spLocks noChangeArrowheads="1"/>
          </p:cNvSpPr>
          <p:nvPr/>
        </p:nvSpPr>
        <p:spPr bwMode="auto">
          <a:xfrm>
            <a:off x="2383631" y="3886200"/>
            <a:ext cx="17145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05" name="Line 33"/>
          <p:cNvSpPr>
            <a:spLocks noChangeShapeType="1"/>
          </p:cNvSpPr>
          <p:nvPr/>
        </p:nvSpPr>
        <p:spPr bwMode="auto">
          <a:xfrm rot="-5400000">
            <a:off x="2202656" y="2143125"/>
            <a:ext cx="762000" cy="742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06" name="Oval 34"/>
          <p:cNvSpPr>
            <a:spLocks noChangeArrowheads="1"/>
          </p:cNvSpPr>
          <p:nvPr/>
        </p:nvSpPr>
        <p:spPr bwMode="auto">
          <a:xfrm>
            <a:off x="3298031" y="3886200"/>
            <a:ext cx="17145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07" name="Line 35"/>
          <p:cNvSpPr>
            <a:spLocks noChangeShapeType="1"/>
          </p:cNvSpPr>
          <p:nvPr/>
        </p:nvSpPr>
        <p:spPr bwMode="auto">
          <a:xfrm>
            <a:off x="2171700" y="2971800"/>
            <a:ext cx="120015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08" name="Line 36"/>
          <p:cNvSpPr>
            <a:spLocks noChangeShapeType="1"/>
          </p:cNvSpPr>
          <p:nvPr/>
        </p:nvSpPr>
        <p:spPr bwMode="auto">
          <a:xfrm flipV="1">
            <a:off x="2457450" y="2895600"/>
            <a:ext cx="120015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09" name="Line 37"/>
          <p:cNvSpPr>
            <a:spLocks noChangeShapeType="1"/>
          </p:cNvSpPr>
          <p:nvPr/>
        </p:nvSpPr>
        <p:spPr bwMode="auto">
          <a:xfrm>
            <a:off x="2914650" y="2057400"/>
            <a:ext cx="457200" cy="2057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10" name="Line 38"/>
          <p:cNvSpPr>
            <a:spLocks noChangeShapeType="1"/>
          </p:cNvSpPr>
          <p:nvPr/>
        </p:nvSpPr>
        <p:spPr bwMode="auto">
          <a:xfrm flipH="1">
            <a:off x="2457450" y="2209800"/>
            <a:ext cx="457200" cy="1752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11" name="Line 39"/>
          <p:cNvSpPr>
            <a:spLocks noChangeShapeType="1"/>
          </p:cNvSpPr>
          <p:nvPr/>
        </p:nvSpPr>
        <p:spPr bwMode="auto">
          <a:xfrm>
            <a:off x="2171700" y="2895600"/>
            <a:ext cx="1428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2">
            <a:extLst>
              <a:ext uri="{FF2B5EF4-FFF2-40B4-BE49-F238E27FC236}">
                <a16:creationId xmlns="" xmlns:a16="http://schemas.microsoft.com/office/drawing/2014/main" id="{48B9AD21-CC19-4460-8BF1-250AB79EDF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0606" y="79932"/>
            <a:ext cx="4914900" cy="1792357"/>
          </a:xfrm>
          <a:noFill/>
          <a:ln/>
        </p:spPr>
        <p:txBody>
          <a:bodyPr>
            <a:normAutofit fontScale="55000" lnSpcReduction="20000"/>
          </a:bodyPr>
          <a:lstStyle/>
          <a:p>
            <a:pPr>
              <a:buFont typeface="Monotype Sorts" pitchFamily="2" charset="2"/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Monotype Sorts" pitchFamily="2" charset="2"/>
              <a:buNone/>
            </a:pPr>
            <a:r>
              <a:rPr lang="en-US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6.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</a:t>
            </a:r>
            <a:r>
              <a:rPr lang="en-US" b="1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graph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V, 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 graph H =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W, F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where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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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Monotype Sorts" pitchFamily="2" charset="2"/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467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DF916F-A001-48F2-BBAF-8982ED0AD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7" y="0"/>
            <a:ext cx="3971925" cy="3752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C932558-39E6-48AC-9D66-05B97B23E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69636"/>
            <a:ext cx="5327374" cy="29883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71572472-9E39-4CED-8B55-65602BC5A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550" y="0"/>
            <a:ext cx="5002074" cy="285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83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D013E46-22A5-413C-AA29-99C326411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478078" cy="27064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8D2C504-A4D2-456A-8D11-A1B8D4FE3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97722"/>
            <a:ext cx="8587409" cy="356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577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45C8BAC-CAE4-41B4-994F-14B81A8E8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52731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CBD8955-7BB6-4D13-8ED2-C97ACDE45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-1"/>
            <a:ext cx="457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52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5CC64FC-D128-4C03-8593-ADB5A7436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287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90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D82663E9-88BD-49DA-98CF-CCA434D3D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472A983-8D64-4EDF-AE3B-A90A7B3B8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8617226" cy="536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37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184</Words>
  <Application>Microsoft Office PowerPoint</Application>
  <PresentationFormat>On-screen Show (4:3)</PresentationFormat>
  <Paragraphs>19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FINAL EXAM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C5 is a subgraph of K5</vt:lpstr>
      <vt:lpstr>PowerPoint Presentation</vt:lpstr>
      <vt:lpstr>PowerPoint Presentation</vt:lpstr>
      <vt:lpstr>PowerPoint Presentation</vt:lpstr>
      <vt:lpstr>PowerPoint Presentation</vt:lpstr>
      <vt:lpstr>.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EXAM</dc:title>
  <dc:creator>R.C</dc:creator>
  <cp:lastModifiedBy>R.C</cp:lastModifiedBy>
  <cp:revision>3</cp:revision>
  <dcterms:created xsi:type="dcterms:W3CDTF">2021-11-10T21:00:33Z</dcterms:created>
  <dcterms:modified xsi:type="dcterms:W3CDTF">2021-11-10T21:20:07Z</dcterms:modified>
</cp:coreProperties>
</file>